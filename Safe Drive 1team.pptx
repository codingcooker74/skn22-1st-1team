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93da60fd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93da60fd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93da60fd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93da60fd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93da60fd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93da60fd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93da60fd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93da60fd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안전운전 홈피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안전운전 홈피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25" y="0"/>
            <a:ext cx="910607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안전운전 홈피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25" y="0"/>
            <a:ext cx="909837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 title="안전운전 홈피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 title="안전운전 홈피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25" y="0"/>
            <a:ext cx="91060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